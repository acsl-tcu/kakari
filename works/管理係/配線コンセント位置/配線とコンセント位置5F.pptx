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74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155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16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11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09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04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2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51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17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2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8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70C49-54DA-4F40-9714-8C6F741843CE}" type="datetimeFigureOut">
              <a:rPr kumimoji="1" lang="ja-JP" altLang="en-US" smtClean="0"/>
              <a:t>2016/3/31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0DA0B-1A10-4D84-B40B-2FB6323ED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42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394379" y="228567"/>
            <a:ext cx="8399935" cy="6393529"/>
            <a:chOff x="394379" y="228567"/>
            <a:chExt cx="8399935" cy="6393529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755576" y="697912"/>
              <a:ext cx="8820" cy="4844742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/>
            <p:cNvSpPr txBox="1"/>
            <p:nvPr/>
          </p:nvSpPr>
          <p:spPr>
            <a:xfrm>
              <a:off x="1680552" y="759425"/>
              <a:ext cx="4172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dirty="0" smtClean="0"/>
                <a:t>棚</a:t>
              </a:r>
              <a:endParaRPr kumimoji="1" lang="ja-JP" altLang="en-US" sz="1400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73"/>
            <a:stretch/>
          </p:blipFill>
          <p:spPr bwMode="auto">
            <a:xfrm>
              <a:off x="2745642" y="510168"/>
              <a:ext cx="6048672" cy="5588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直線コネクタ 7"/>
            <p:cNvCxnSpPr/>
            <p:nvPr/>
          </p:nvCxnSpPr>
          <p:spPr>
            <a:xfrm>
              <a:off x="7966222" y="1325399"/>
              <a:ext cx="0" cy="191436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/>
            <p:cNvSpPr txBox="1"/>
            <p:nvPr/>
          </p:nvSpPr>
          <p:spPr>
            <a:xfrm>
              <a:off x="5332361" y="850292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smtClean="0">
                  <a:solidFill>
                    <a:srgbClr val="FF0000"/>
                  </a:solidFill>
                </a:rPr>
                <a:t>※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471376" y="234433"/>
              <a:ext cx="1886958" cy="338554"/>
              <a:chOff x="65787" y="115088"/>
              <a:chExt cx="1886958" cy="338554"/>
            </a:xfrm>
          </p:grpSpPr>
          <p:sp>
            <p:nvSpPr>
              <p:cNvPr id="14" name="正方形/長方形 13"/>
              <p:cNvSpPr/>
              <p:nvPr/>
            </p:nvSpPr>
            <p:spPr>
              <a:xfrm>
                <a:off x="65787" y="191718"/>
                <a:ext cx="216024" cy="21979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/>
              <p:cNvSpPr txBox="1"/>
              <p:nvPr/>
            </p:nvSpPr>
            <p:spPr>
              <a:xfrm>
                <a:off x="224553" y="115088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600" dirty="0" smtClean="0"/>
                  <a:t>：コンセント位置</a:t>
                </a:r>
                <a:endParaRPr kumimoji="1" lang="ja-JP" altLang="en-US" sz="1600" dirty="0"/>
              </a:p>
            </p:txBody>
          </p:sp>
        </p:grpSp>
        <p:sp>
          <p:nvSpPr>
            <p:cNvPr id="21" name="正方形/長方形 20"/>
            <p:cNvSpPr/>
            <p:nvPr/>
          </p:nvSpPr>
          <p:spPr>
            <a:xfrm>
              <a:off x="5845320" y="5423963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/>
            <p:cNvGrpSpPr/>
            <p:nvPr/>
          </p:nvGrpSpPr>
          <p:grpSpPr>
            <a:xfrm>
              <a:off x="2238568" y="228567"/>
              <a:ext cx="1886958" cy="338554"/>
              <a:chOff x="1832979" y="-210216"/>
              <a:chExt cx="1886958" cy="338554"/>
            </a:xfrm>
          </p:grpSpPr>
          <p:sp>
            <p:nvSpPr>
              <p:cNvPr id="28" name="正方形/長方形 27"/>
              <p:cNvSpPr/>
              <p:nvPr/>
            </p:nvSpPr>
            <p:spPr>
              <a:xfrm>
                <a:off x="1832979" y="-47326"/>
                <a:ext cx="216000" cy="3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テキスト ボックス 28"/>
              <p:cNvSpPr txBox="1"/>
              <p:nvPr/>
            </p:nvSpPr>
            <p:spPr>
              <a:xfrm>
                <a:off x="1991745" y="-210216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600" dirty="0" smtClean="0"/>
                  <a:t>：配線</a:t>
                </a:r>
                <a:endParaRPr kumimoji="1" lang="ja-JP" altLang="en-US" sz="1600" dirty="0"/>
              </a:p>
            </p:txBody>
          </p:sp>
        </p:grpSp>
        <p:cxnSp>
          <p:nvCxnSpPr>
            <p:cNvPr id="33" name="直線コネクタ 32"/>
            <p:cNvCxnSpPr/>
            <p:nvPr/>
          </p:nvCxnSpPr>
          <p:spPr>
            <a:xfrm>
              <a:off x="7966222" y="2976796"/>
              <a:ext cx="0" cy="154556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/>
            <p:cNvCxnSpPr/>
            <p:nvPr/>
          </p:nvCxnSpPr>
          <p:spPr>
            <a:xfrm>
              <a:off x="5888616" y="2767514"/>
              <a:ext cx="0" cy="272311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正方形/長方形 36"/>
            <p:cNvSpPr/>
            <p:nvPr/>
          </p:nvSpPr>
          <p:spPr>
            <a:xfrm>
              <a:off x="5845320" y="913314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8" name="直線コネクタ 37"/>
            <p:cNvCxnSpPr/>
            <p:nvPr/>
          </p:nvCxnSpPr>
          <p:spPr>
            <a:xfrm>
              <a:off x="5889216" y="1085498"/>
              <a:ext cx="0" cy="612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/>
            <p:cNvCxnSpPr/>
            <p:nvPr/>
          </p:nvCxnSpPr>
          <p:spPr>
            <a:xfrm>
              <a:off x="6025063" y="711851"/>
              <a:ext cx="0" cy="252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/>
            <p:cNvCxnSpPr/>
            <p:nvPr/>
          </p:nvCxnSpPr>
          <p:spPr>
            <a:xfrm>
              <a:off x="6016437" y="729103"/>
              <a:ext cx="104105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/>
            <p:cNvCxnSpPr/>
            <p:nvPr/>
          </p:nvCxnSpPr>
          <p:spPr>
            <a:xfrm flipV="1">
              <a:off x="5845320" y="5895687"/>
              <a:ext cx="2196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正方形/長方形 3"/>
            <p:cNvSpPr/>
            <p:nvPr/>
          </p:nvSpPr>
          <p:spPr>
            <a:xfrm>
              <a:off x="856213" y="1231842"/>
              <a:ext cx="2219726" cy="4192121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 dirty="0">
                <a:solidFill>
                  <a:schemeClr val="tx2"/>
                </a:solidFill>
              </a:endParaRPr>
            </a:p>
          </p:txBody>
        </p:sp>
        <p:cxnSp>
          <p:nvCxnSpPr>
            <p:cNvPr id="41" name="直線コネクタ 40"/>
            <p:cNvCxnSpPr/>
            <p:nvPr/>
          </p:nvCxnSpPr>
          <p:spPr>
            <a:xfrm>
              <a:off x="764396" y="1128716"/>
              <a:ext cx="243919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>
              <a:off x="394379" y="648463"/>
              <a:ext cx="36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>
              <a:off x="396986" y="5990945"/>
              <a:ext cx="2916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>
              <a:off x="394379" y="648463"/>
              <a:ext cx="0" cy="534248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正方形/長方形 42"/>
            <p:cNvSpPr/>
            <p:nvPr/>
          </p:nvSpPr>
          <p:spPr>
            <a:xfrm>
              <a:off x="856214" y="5533862"/>
              <a:ext cx="611149" cy="4169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 dirty="0" smtClean="0"/>
                <a:t>PC</a:t>
              </a:r>
              <a:endParaRPr kumimoji="1" lang="ja-JP" altLang="en-US" sz="1600" dirty="0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1882047" y="1672838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smtClean="0">
                  <a:solidFill>
                    <a:srgbClr val="FF0000"/>
                  </a:solidFill>
                </a:rPr>
                <a:t>※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1359352" y="5750424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4758033" y="2547716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3203588" y="689120"/>
              <a:ext cx="684076" cy="108544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>
                  <a:solidFill>
                    <a:schemeClr val="tx1"/>
                  </a:solidFill>
                  <a:latin typeface="+mn-ea"/>
                </a:rPr>
                <a:t>棚</a:t>
              </a:r>
              <a:endParaRPr kumimoji="1" lang="ja-JP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5" name="テキスト ボックス 54"/>
            <p:cNvSpPr txBox="1"/>
            <p:nvPr/>
          </p:nvSpPr>
          <p:spPr>
            <a:xfrm>
              <a:off x="394379" y="3040385"/>
              <a:ext cx="4172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dirty="0" smtClean="0"/>
                <a:t>棚</a:t>
              </a:r>
              <a:endParaRPr kumimoji="1" lang="ja-JP" altLang="en-US" sz="1400" dirty="0"/>
            </a:p>
          </p:txBody>
        </p:sp>
        <p:cxnSp>
          <p:nvCxnSpPr>
            <p:cNvPr id="57" name="直線コネクタ 56"/>
            <p:cNvCxnSpPr/>
            <p:nvPr/>
          </p:nvCxnSpPr>
          <p:spPr>
            <a:xfrm>
              <a:off x="1487456" y="5542654"/>
              <a:ext cx="165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テキスト ボックス 58"/>
            <p:cNvSpPr txBox="1"/>
            <p:nvPr/>
          </p:nvSpPr>
          <p:spPr>
            <a:xfrm>
              <a:off x="1998624" y="5717997"/>
              <a:ext cx="4172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dirty="0" smtClean="0"/>
                <a:t>棚</a:t>
              </a:r>
              <a:endParaRPr kumimoji="1" lang="ja-JP" altLang="en-US" sz="1400" dirty="0"/>
            </a:p>
          </p:txBody>
        </p:sp>
        <p:cxnSp>
          <p:nvCxnSpPr>
            <p:cNvPr id="15" name="直線コネクタ 14"/>
            <p:cNvCxnSpPr/>
            <p:nvPr/>
          </p:nvCxnSpPr>
          <p:spPr>
            <a:xfrm flipH="1">
              <a:off x="3393159" y="2583716"/>
              <a:ext cx="0" cy="29520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/>
            <p:cNvCxnSpPr/>
            <p:nvPr/>
          </p:nvCxnSpPr>
          <p:spPr>
            <a:xfrm>
              <a:off x="1966076" y="1177781"/>
              <a:ext cx="0" cy="4284000"/>
            </a:xfrm>
            <a:prstGeom prst="line">
              <a:avLst/>
            </a:prstGeom>
            <a:ln w="952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67"/>
            <p:cNvSpPr txBox="1"/>
            <p:nvPr/>
          </p:nvSpPr>
          <p:spPr>
            <a:xfrm>
              <a:off x="2043891" y="4956499"/>
              <a:ext cx="10344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 smtClean="0"/>
                <a:t>フィールド</a:t>
              </a:r>
              <a:endParaRPr kumimoji="1" lang="ja-JP" altLang="en-US" sz="1600" dirty="0"/>
            </a:p>
          </p:txBody>
        </p:sp>
        <p:cxnSp>
          <p:nvCxnSpPr>
            <p:cNvPr id="70" name="直線コネクタ 69"/>
            <p:cNvCxnSpPr/>
            <p:nvPr/>
          </p:nvCxnSpPr>
          <p:spPr>
            <a:xfrm>
              <a:off x="503295" y="1341384"/>
              <a:ext cx="0" cy="262956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/>
            <p:cNvCxnSpPr/>
            <p:nvPr/>
          </p:nvCxnSpPr>
          <p:spPr>
            <a:xfrm flipH="1">
              <a:off x="4915931" y="5403862"/>
              <a:ext cx="972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/>
            <p:cNvCxnSpPr/>
            <p:nvPr/>
          </p:nvCxnSpPr>
          <p:spPr>
            <a:xfrm flipH="1">
              <a:off x="1949424" y="5623046"/>
              <a:ext cx="96639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/>
            <p:cNvCxnSpPr/>
            <p:nvPr/>
          </p:nvCxnSpPr>
          <p:spPr>
            <a:xfrm>
              <a:off x="3393159" y="5518307"/>
              <a:ext cx="0" cy="19969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/>
            <p:cNvCxnSpPr/>
            <p:nvPr/>
          </p:nvCxnSpPr>
          <p:spPr>
            <a:xfrm>
              <a:off x="1998624" y="1967394"/>
              <a:ext cx="228534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正方形/長方形 50"/>
            <p:cNvSpPr/>
            <p:nvPr/>
          </p:nvSpPr>
          <p:spPr>
            <a:xfrm>
              <a:off x="3148718" y="311063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3261430" y="240180"/>
              <a:ext cx="1728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 smtClean="0"/>
                <a:t>：</a:t>
              </a:r>
              <a:r>
                <a:rPr lang="ja-JP" altLang="en-US" sz="1600" dirty="0" smtClean="0"/>
                <a:t>ハブ位置</a:t>
              </a:r>
              <a:endParaRPr kumimoji="1" lang="ja-JP" altLang="en-US" sz="1600" dirty="0"/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426450" y="4725144"/>
              <a:ext cx="429764" cy="122568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/>
                <a:t>実験用</a:t>
              </a:r>
              <a:r>
                <a:rPr kumimoji="1" lang="en-US" altLang="ja-JP" sz="1600" dirty="0" smtClean="0"/>
                <a:t>PC</a:t>
              </a:r>
              <a:endParaRPr kumimoji="1" lang="ja-JP" altLang="en-US" sz="1600" dirty="0"/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1867374" y="1857504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864435" y="3282903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/>
            <p:cNvSpPr/>
            <p:nvPr/>
          </p:nvSpPr>
          <p:spPr>
            <a:xfrm>
              <a:off x="1851720" y="4728451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3285147" y="3282903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3293939" y="4712427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4" name="グループ化 73"/>
            <p:cNvGrpSpPr/>
            <p:nvPr/>
          </p:nvGrpSpPr>
          <p:grpSpPr>
            <a:xfrm>
              <a:off x="4453515" y="251685"/>
              <a:ext cx="1886958" cy="338554"/>
              <a:chOff x="1832979" y="-210216"/>
              <a:chExt cx="1886958" cy="338554"/>
            </a:xfrm>
          </p:grpSpPr>
          <p:sp>
            <p:nvSpPr>
              <p:cNvPr id="76" name="正方形/長方形 75"/>
              <p:cNvSpPr/>
              <p:nvPr/>
            </p:nvSpPr>
            <p:spPr>
              <a:xfrm>
                <a:off x="1832979" y="-47326"/>
                <a:ext cx="216000" cy="36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7" name="テキスト ボックス 76"/>
              <p:cNvSpPr txBox="1"/>
              <p:nvPr/>
            </p:nvSpPr>
            <p:spPr>
              <a:xfrm>
                <a:off x="1991745" y="-210216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600" dirty="0" smtClean="0"/>
                  <a:t>：配線（学生室）</a:t>
                </a:r>
                <a:endParaRPr kumimoji="1" lang="ja-JP" altLang="en-US" sz="1600" dirty="0"/>
              </a:p>
            </p:txBody>
          </p:sp>
        </p:grpSp>
        <p:cxnSp>
          <p:nvCxnSpPr>
            <p:cNvPr id="81" name="直線コネクタ 80"/>
            <p:cNvCxnSpPr/>
            <p:nvPr/>
          </p:nvCxnSpPr>
          <p:spPr>
            <a:xfrm>
              <a:off x="1935708" y="1186407"/>
              <a:ext cx="12130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/>
            <p:cNvCxnSpPr/>
            <p:nvPr/>
          </p:nvCxnSpPr>
          <p:spPr>
            <a:xfrm>
              <a:off x="4843464" y="2749548"/>
              <a:ext cx="7366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正方形/長方形 82"/>
            <p:cNvSpPr/>
            <p:nvPr/>
          </p:nvSpPr>
          <p:spPr>
            <a:xfrm rot="5400000">
              <a:off x="4527598" y="2435949"/>
              <a:ext cx="2844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5" name="直線コネクタ 84"/>
            <p:cNvCxnSpPr/>
            <p:nvPr/>
          </p:nvCxnSpPr>
          <p:spPr>
            <a:xfrm>
              <a:off x="8007731" y="5220518"/>
              <a:ext cx="0" cy="67516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正方形/長方形 85"/>
            <p:cNvSpPr/>
            <p:nvPr/>
          </p:nvSpPr>
          <p:spPr>
            <a:xfrm>
              <a:off x="5833139" y="2434981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87" name="直線コネクタ 86"/>
            <p:cNvCxnSpPr/>
            <p:nvPr/>
          </p:nvCxnSpPr>
          <p:spPr>
            <a:xfrm>
              <a:off x="5577755" y="2733009"/>
              <a:ext cx="0" cy="18584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正方形/長方形 87"/>
            <p:cNvSpPr/>
            <p:nvPr/>
          </p:nvSpPr>
          <p:spPr>
            <a:xfrm rot="5400000">
              <a:off x="7274462" y="1935384"/>
              <a:ext cx="1224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/>
            <p:cNvSpPr/>
            <p:nvPr/>
          </p:nvSpPr>
          <p:spPr>
            <a:xfrm rot="5400000">
              <a:off x="7373711" y="3239728"/>
              <a:ext cx="1008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/>
            <p:cNvSpPr/>
            <p:nvPr/>
          </p:nvSpPr>
          <p:spPr>
            <a:xfrm rot="5400000">
              <a:off x="5670666" y="4341053"/>
              <a:ext cx="576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/>
            <p:cNvSpPr/>
            <p:nvPr/>
          </p:nvSpPr>
          <p:spPr>
            <a:xfrm>
              <a:off x="7275054" y="5824323"/>
              <a:ext cx="756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/>
            <p:cNvSpPr/>
            <p:nvPr/>
          </p:nvSpPr>
          <p:spPr>
            <a:xfrm>
              <a:off x="5845320" y="5824318"/>
              <a:ext cx="1224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/>
            <p:cNvSpPr/>
            <p:nvPr/>
          </p:nvSpPr>
          <p:spPr>
            <a:xfrm rot="5400000">
              <a:off x="7028018" y="4976462"/>
              <a:ext cx="1692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/>
            <p:cNvSpPr/>
            <p:nvPr/>
          </p:nvSpPr>
          <p:spPr>
            <a:xfrm>
              <a:off x="5963208" y="2565716"/>
              <a:ext cx="1944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/>
            <p:cNvSpPr/>
            <p:nvPr/>
          </p:nvSpPr>
          <p:spPr>
            <a:xfrm>
              <a:off x="5941714" y="2065635"/>
              <a:ext cx="216000" cy="3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/>
            <p:cNvSpPr/>
            <p:nvPr/>
          </p:nvSpPr>
          <p:spPr>
            <a:xfrm>
              <a:off x="5931598" y="1009089"/>
              <a:ext cx="714630" cy="457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4287490" y="5643761"/>
              <a:ext cx="649581" cy="27699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200" dirty="0" smtClean="0"/>
                <a:t>冷蔵庫</a:t>
              </a:r>
              <a:endParaRPr kumimoji="1" lang="ja-JP" altLang="en-US" sz="1200" dirty="0"/>
            </a:p>
          </p:txBody>
        </p:sp>
        <p:cxnSp>
          <p:nvCxnSpPr>
            <p:cNvPr id="98" name="直線コネクタ 97"/>
            <p:cNvCxnSpPr/>
            <p:nvPr/>
          </p:nvCxnSpPr>
          <p:spPr>
            <a:xfrm flipV="1">
              <a:off x="4937071" y="5398085"/>
              <a:ext cx="0" cy="35829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正方形/長方形 61"/>
            <p:cNvSpPr/>
            <p:nvPr/>
          </p:nvSpPr>
          <p:spPr>
            <a:xfrm>
              <a:off x="6232461" y="1881837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/>
                <a:t>１</a:t>
              </a:r>
              <a:endParaRPr kumimoji="1" lang="ja-JP" altLang="en-US" dirty="0"/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6016437" y="1881837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/>
                <a:t>元</a:t>
              </a:r>
              <a:endParaRPr kumimoji="1" lang="ja-JP" altLang="en-US" sz="1600" dirty="0"/>
            </a:p>
          </p:txBody>
        </p:sp>
        <p:sp>
          <p:nvSpPr>
            <p:cNvPr id="56" name="正方形/長方形 55"/>
            <p:cNvSpPr/>
            <p:nvPr/>
          </p:nvSpPr>
          <p:spPr>
            <a:xfrm>
              <a:off x="5833139" y="3861048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/>
                <a:t>４</a:t>
              </a:r>
              <a:endParaRPr kumimoji="1" lang="ja-JP" altLang="en-US" dirty="0"/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7060950" y="5771147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/>
                <a:t>３</a:t>
              </a:r>
              <a:endParaRPr kumimoji="1" lang="ja-JP" altLang="en-US" dirty="0"/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7858210" y="5075255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7858210" y="3158921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正方形/長方形 59"/>
            <p:cNvSpPr/>
            <p:nvPr/>
          </p:nvSpPr>
          <p:spPr>
            <a:xfrm>
              <a:off x="7858210" y="2533930"/>
              <a:ext cx="216024" cy="2197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/>
                <a:t>２</a:t>
              </a:r>
              <a:endParaRPr kumimoji="1" lang="ja-JP" altLang="en-US" dirty="0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443806" y="1130914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394379" y="4625921"/>
              <a:ext cx="216024" cy="2197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0" name="直線コネクタ 99"/>
            <p:cNvCxnSpPr/>
            <p:nvPr/>
          </p:nvCxnSpPr>
          <p:spPr>
            <a:xfrm>
              <a:off x="1983992" y="5418462"/>
              <a:ext cx="0" cy="19969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/>
            <p:cNvCxnSpPr/>
            <p:nvPr/>
          </p:nvCxnSpPr>
          <p:spPr>
            <a:xfrm flipH="1">
              <a:off x="2720392" y="5717997"/>
              <a:ext cx="96639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コネクタ 103"/>
            <p:cNvCxnSpPr>
              <a:stCxn id="63" idx="2"/>
            </p:cNvCxnSpPr>
            <p:nvPr/>
          </p:nvCxnSpPr>
          <p:spPr>
            <a:xfrm>
              <a:off x="502391" y="4845719"/>
              <a:ext cx="904" cy="107504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/>
            <p:cNvCxnSpPr/>
            <p:nvPr/>
          </p:nvCxnSpPr>
          <p:spPr>
            <a:xfrm flipH="1">
              <a:off x="1032513" y="5923277"/>
              <a:ext cx="396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/>
            <p:cNvCxnSpPr/>
            <p:nvPr/>
          </p:nvCxnSpPr>
          <p:spPr>
            <a:xfrm>
              <a:off x="3148718" y="2733009"/>
              <a:ext cx="7366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テキスト ボックス 109"/>
            <p:cNvSpPr txBox="1"/>
            <p:nvPr/>
          </p:nvSpPr>
          <p:spPr>
            <a:xfrm>
              <a:off x="2843808" y="6098876"/>
              <a:ext cx="31812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5F</a:t>
              </a:r>
              <a:r>
                <a:rPr kumimoji="1" lang="ja-JP" altLang="en-US" sz="2800" dirty="0" smtClean="0"/>
                <a:t>　</a:t>
              </a:r>
              <a:endParaRPr kumimoji="1" lang="ja-JP" altLang="en-US" sz="2800" dirty="0"/>
            </a:p>
          </p:txBody>
        </p:sp>
        <p:cxnSp>
          <p:nvCxnSpPr>
            <p:cNvPr id="113" name="直線コネクタ 112"/>
            <p:cNvCxnSpPr/>
            <p:nvPr/>
          </p:nvCxnSpPr>
          <p:spPr>
            <a:xfrm flipV="1">
              <a:off x="1998624" y="3761728"/>
              <a:ext cx="417298" cy="459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/>
            <p:cNvCxnSpPr/>
            <p:nvPr/>
          </p:nvCxnSpPr>
          <p:spPr>
            <a:xfrm>
              <a:off x="2915816" y="3749579"/>
              <a:ext cx="477343" cy="398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テキスト ボックス 116"/>
            <p:cNvSpPr txBox="1"/>
            <p:nvPr/>
          </p:nvSpPr>
          <p:spPr>
            <a:xfrm>
              <a:off x="2315456" y="3477546"/>
              <a:ext cx="684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 smtClean="0">
                  <a:solidFill>
                    <a:schemeClr val="tx2"/>
                  </a:solidFill>
                </a:rPr>
                <a:t>天井</a:t>
              </a:r>
              <a:endParaRPr kumimoji="1" lang="ja-JP" alt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75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31</Words>
  <Application>Microsoft Office PowerPoint</Application>
  <PresentationFormat>画面に合わせる 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​​テーマ</vt:lpstr>
      <vt:lpstr>PowerPoint プレゼンテーション</vt:lpstr>
    </vt:vector>
  </TitlesOfParts>
  <Company>東京都市大学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yoshikawa</dc:creator>
  <cp:lastModifiedBy>yoshikawa</cp:lastModifiedBy>
  <cp:revision>17</cp:revision>
  <dcterms:created xsi:type="dcterms:W3CDTF">2016-03-31T03:28:03Z</dcterms:created>
  <dcterms:modified xsi:type="dcterms:W3CDTF">2016-03-31T08:09:52Z</dcterms:modified>
</cp:coreProperties>
</file>